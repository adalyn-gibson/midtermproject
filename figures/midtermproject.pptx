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2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621"/>
  </p:normalViewPr>
  <p:slideViewPr>
    <p:cSldViewPr snapToGrid="0">
      <p:cViewPr varScale="1">
        <p:scale>
          <a:sx n="115" d="100"/>
          <a:sy n="115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31-ECCF-3F5F-DB8C-81C9A0D46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6ADB4-DA5E-6AB4-7C22-867C1CF04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6B60C-42C6-CAA1-D21E-6A652FF0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8F107-5E4F-5A75-4D51-4494CAA2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E4210-3545-C645-16A5-A0F7C442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6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0464-6B09-F8B6-19A7-38F449C7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EC794-D628-248E-A50C-81C849910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F1F00-F28F-02FD-E0A3-83DF4B73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F1621-A865-BE4A-3A0D-1E6E4820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B0EB2-6848-473D-F20B-F0AC351C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5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BCB9-CF59-F4E9-28E2-84146887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D81BA-116E-F9C4-4E48-A4E433B29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43EA4-56CF-CC6B-BF0E-C74CB565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6C436-C82D-2931-2D5C-45E0F134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7068-7A7E-E82A-91E8-DD4D2B42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4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CADA-8EEF-7A62-5EFC-31E8B28A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82CC-746E-3A9B-D5B8-D672D6AA9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4F8B1-BE2C-621D-0161-AAED2E851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963DE-F963-D1C3-429C-831BB72B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734D-B671-F338-33F1-E5A88A84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08F95-F4B8-8D36-ADB3-ADDE3E77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8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E386-6266-5307-58FF-0B4DF9871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FED9C-DE75-35C3-B9D9-EA41F207B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AAAE4-24BF-9082-47ED-A751F43AD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E0C83-D5EB-0421-CE34-3187BB9F2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4A61B-8E25-A372-45C5-DCF121C1E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DB374F-31F8-2E47-B48C-9C2B6D12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FDA8D-B0BD-7DB8-258F-FDCE41EC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4C953-C024-EDAF-8B7F-2D0FEE55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F9E3-62EE-D153-0FC4-D49F9E85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8CE68-673F-1A79-EACA-DECBF5D7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FE1D1-C47B-8711-5243-5A67C999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779B9-67F5-BFAF-FB5F-85C7CC32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D54AE-37C2-C14A-D91B-E06174F1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026D1-CAA9-078C-E0D8-9AAA0F2F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952A9-FD81-D7BE-CF0E-29276F6B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04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E40A-656B-69B9-6595-E324C1E2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72E0-781A-87DD-571B-0FA743981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F469E-B5AE-0644-A3F1-79F38D639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F215C-1819-4346-250F-9A656DAF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D1751-89CB-87AB-36F4-60839CCC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86256-08F8-4F90-A322-E75A697E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1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D60A-2C22-92ED-5932-3AB8648C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96021-CED7-AA5A-37FB-87E54C47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8F090-7D69-4EBA-79D6-C7F75B655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44FDE-56B3-CD04-62E3-3CE3ACB30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19374-84CE-322D-23D9-BD027B7C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8E470-892D-A31E-890F-A4A04008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9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0D75-A433-F0D9-70BD-7804B56E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B0B23-0B46-3F5E-18EB-8FC94E505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79460-44FD-B399-548C-46C0A730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E8F2D-76F8-70EA-48B7-5C80E527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7FEA-AD51-02C6-95E1-9E8DA332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6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3131C6-D066-AD49-1A80-8DC38E375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F369C-2218-B0BF-CDC1-03584ECC4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354F-383D-81D8-804A-CC37F601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B5183-5FB6-8057-B48C-D9E529937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8502A-6CC3-D247-4049-726E505E6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84154-D748-976D-B7C0-6F8CBAED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5AE48-4388-93A3-6898-E11ECDCB2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50E7-1035-4A54-DEAA-D167566D0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F6313-0A8E-B84C-8382-D4DC030AAF9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5593B-9A10-D00A-FEB2-FCA05D11A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A7AEA-6AEE-1636-3DA3-C1CF506A2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39F42-4A68-A149-A131-89A64D6C2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8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4FEB-B07B-D097-5444-E372EF62B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Exocomet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01CF8-4B66-1D88-6494-E86DCF3849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Adalyn Gibson</a:t>
            </a:r>
          </a:p>
        </p:txBody>
      </p:sp>
    </p:spTree>
    <p:extLst>
      <p:ext uri="{BB962C8B-B14F-4D97-AF65-F5344CB8AC3E}">
        <p14:creationId xmlns:p14="http://schemas.microsoft.com/office/powerpoint/2010/main" val="204784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9382-72ED-F8CD-1906-10293ED6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 and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C0847-AC65-7D1A-10C3-9B5C26825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audience here is meant to be a college student in STEM with little knowledge of astrophysics.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Exocomets are important in understanding exoplanet formation and interstellar objects. Public knowledge of them is important.</a:t>
            </a:r>
          </a:p>
        </p:txBody>
      </p:sp>
    </p:spTree>
    <p:extLst>
      <p:ext uri="{BB962C8B-B14F-4D97-AF65-F5344CB8AC3E}">
        <p14:creationId xmlns:p14="http://schemas.microsoft.com/office/powerpoint/2010/main" val="98459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802D-6A6A-8BE3-BF04-DAB63AE6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B7726-33FE-10EC-D1B4-3554E6D1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obtained the data used in this project via exploration of currently known exocometary systems in the literature.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795DB66-728A-2459-76AA-E75E3BFC6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2173045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9210F8-3626-04CF-00DE-3FB289E2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726" y="3200503"/>
            <a:ext cx="5997247" cy="337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9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62E1-3C67-0376-F33D-2BC2A14C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 I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BEFF3-DE66-D276-E28C-E56DA313E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missing values in my dataset were purposeful and imputation of this dataset is not relevant.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A4626-59B5-643E-361C-B03BD614F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663" y="3096723"/>
            <a:ext cx="7772400" cy="332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909C8-6B01-9492-0CC6-9C527861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38" y="3096723"/>
            <a:ext cx="3530825" cy="346915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C509C3E-49E1-1DB4-CBD6-56602467FD78}"/>
              </a:ext>
            </a:extLst>
          </p:cNvPr>
          <p:cNvSpPr/>
          <p:nvPr/>
        </p:nvSpPr>
        <p:spPr>
          <a:xfrm>
            <a:off x="249382" y="2795155"/>
            <a:ext cx="4862945" cy="1444336"/>
          </a:xfrm>
          <a:custGeom>
            <a:avLst/>
            <a:gdLst>
              <a:gd name="connsiteX0" fmla="*/ 238991 w 4862945"/>
              <a:gd name="connsiteY0" fmla="*/ 228600 h 1444336"/>
              <a:gd name="connsiteX1" fmla="*/ 1039091 w 4862945"/>
              <a:gd name="connsiteY1" fmla="*/ 218209 h 1444336"/>
              <a:gd name="connsiteX2" fmla="*/ 1319645 w 4862945"/>
              <a:gd name="connsiteY2" fmla="*/ 197427 h 1444336"/>
              <a:gd name="connsiteX3" fmla="*/ 1465118 w 4862945"/>
              <a:gd name="connsiteY3" fmla="*/ 187036 h 1444336"/>
              <a:gd name="connsiteX4" fmla="*/ 1683327 w 4862945"/>
              <a:gd name="connsiteY4" fmla="*/ 166254 h 1444336"/>
              <a:gd name="connsiteX5" fmla="*/ 2213263 w 4862945"/>
              <a:gd name="connsiteY5" fmla="*/ 135081 h 1444336"/>
              <a:gd name="connsiteX6" fmla="*/ 2379518 w 4862945"/>
              <a:gd name="connsiteY6" fmla="*/ 114300 h 1444336"/>
              <a:gd name="connsiteX7" fmla="*/ 2462645 w 4862945"/>
              <a:gd name="connsiteY7" fmla="*/ 103909 h 1444336"/>
              <a:gd name="connsiteX8" fmla="*/ 2618509 w 4862945"/>
              <a:gd name="connsiteY8" fmla="*/ 93518 h 1444336"/>
              <a:gd name="connsiteX9" fmla="*/ 2691245 w 4862945"/>
              <a:gd name="connsiteY9" fmla="*/ 83127 h 1444336"/>
              <a:gd name="connsiteX10" fmla="*/ 2753591 w 4862945"/>
              <a:gd name="connsiteY10" fmla="*/ 62345 h 1444336"/>
              <a:gd name="connsiteX11" fmla="*/ 2878282 w 4862945"/>
              <a:gd name="connsiteY11" fmla="*/ 51954 h 1444336"/>
              <a:gd name="connsiteX12" fmla="*/ 3023754 w 4862945"/>
              <a:gd name="connsiteY12" fmla="*/ 31172 h 1444336"/>
              <a:gd name="connsiteX13" fmla="*/ 3106882 w 4862945"/>
              <a:gd name="connsiteY13" fmla="*/ 20781 h 1444336"/>
              <a:gd name="connsiteX14" fmla="*/ 3304309 w 4862945"/>
              <a:gd name="connsiteY14" fmla="*/ 0 h 1444336"/>
              <a:gd name="connsiteX15" fmla="*/ 3803073 w 4862945"/>
              <a:gd name="connsiteY15" fmla="*/ 10390 h 1444336"/>
              <a:gd name="connsiteX16" fmla="*/ 4042063 w 4862945"/>
              <a:gd name="connsiteY16" fmla="*/ 41563 h 1444336"/>
              <a:gd name="connsiteX17" fmla="*/ 4104409 w 4862945"/>
              <a:gd name="connsiteY17" fmla="*/ 51954 h 1444336"/>
              <a:gd name="connsiteX18" fmla="*/ 4197927 w 4862945"/>
              <a:gd name="connsiteY18" fmla="*/ 62345 h 1444336"/>
              <a:gd name="connsiteX19" fmla="*/ 4229100 w 4862945"/>
              <a:gd name="connsiteY19" fmla="*/ 72736 h 1444336"/>
              <a:gd name="connsiteX20" fmla="*/ 4301836 w 4862945"/>
              <a:gd name="connsiteY20" fmla="*/ 93518 h 1444336"/>
              <a:gd name="connsiteX21" fmla="*/ 4312227 w 4862945"/>
              <a:gd name="connsiteY21" fmla="*/ 124690 h 1444336"/>
              <a:gd name="connsiteX22" fmla="*/ 4405745 w 4862945"/>
              <a:gd name="connsiteY22" fmla="*/ 207818 h 1444336"/>
              <a:gd name="connsiteX23" fmla="*/ 4488873 w 4862945"/>
              <a:gd name="connsiteY23" fmla="*/ 249381 h 1444336"/>
              <a:gd name="connsiteX24" fmla="*/ 4520045 w 4862945"/>
              <a:gd name="connsiteY24" fmla="*/ 259772 h 1444336"/>
              <a:gd name="connsiteX25" fmla="*/ 4551218 w 4862945"/>
              <a:gd name="connsiteY25" fmla="*/ 280554 h 1444336"/>
              <a:gd name="connsiteX26" fmla="*/ 4582391 w 4862945"/>
              <a:gd name="connsiteY26" fmla="*/ 290945 h 1444336"/>
              <a:gd name="connsiteX27" fmla="*/ 4717473 w 4862945"/>
              <a:gd name="connsiteY27" fmla="*/ 322118 h 1444336"/>
              <a:gd name="connsiteX28" fmla="*/ 4759036 w 4862945"/>
              <a:gd name="connsiteY28" fmla="*/ 342900 h 1444336"/>
              <a:gd name="connsiteX29" fmla="*/ 4790209 w 4862945"/>
              <a:gd name="connsiteY29" fmla="*/ 353290 h 1444336"/>
              <a:gd name="connsiteX30" fmla="*/ 4821382 w 4862945"/>
              <a:gd name="connsiteY30" fmla="*/ 374072 h 1444336"/>
              <a:gd name="connsiteX31" fmla="*/ 4842163 w 4862945"/>
              <a:gd name="connsiteY31" fmla="*/ 405245 h 1444336"/>
              <a:gd name="connsiteX32" fmla="*/ 4862945 w 4862945"/>
              <a:gd name="connsiteY32" fmla="*/ 477981 h 1444336"/>
              <a:gd name="connsiteX33" fmla="*/ 4852554 w 4862945"/>
              <a:gd name="connsiteY33" fmla="*/ 602672 h 1444336"/>
              <a:gd name="connsiteX34" fmla="*/ 4831773 w 4862945"/>
              <a:gd name="connsiteY34" fmla="*/ 633845 h 1444336"/>
              <a:gd name="connsiteX35" fmla="*/ 4800600 w 4862945"/>
              <a:gd name="connsiteY35" fmla="*/ 685800 h 1444336"/>
              <a:gd name="connsiteX36" fmla="*/ 4779818 w 4862945"/>
              <a:gd name="connsiteY36" fmla="*/ 727363 h 1444336"/>
              <a:gd name="connsiteX37" fmla="*/ 4686300 w 4862945"/>
              <a:gd name="connsiteY37" fmla="*/ 852054 h 1444336"/>
              <a:gd name="connsiteX38" fmla="*/ 4603173 w 4862945"/>
              <a:gd name="connsiteY38" fmla="*/ 935181 h 1444336"/>
              <a:gd name="connsiteX39" fmla="*/ 4582391 w 4862945"/>
              <a:gd name="connsiteY39" fmla="*/ 966354 h 1444336"/>
              <a:gd name="connsiteX40" fmla="*/ 4520045 w 4862945"/>
              <a:gd name="connsiteY40" fmla="*/ 1007918 h 1444336"/>
              <a:gd name="connsiteX41" fmla="*/ 4395354 w 4862945"/>
              <a:gd name="connsiteY41" fmla="*/ 1091045 h 1444336"/>
              <a:gd name="connsiteX42" fmla="*/ 4343400 w 4862945"/>
              <a:gd name="connsiteY42" fmla="*/ 1122218 h 1444336"/>
              <a:gd name="connsiteX43" fmla="*/ 4270663 w 4862945"/>
              <a:gd name="connsiteY43" fmla="*/ 1153390 h 1444336"/>
              <a:gd name="connsiteX44" fmla="*/ 4197927 w 4862945"/>
              <a:gd name="connsiteY44" fmla="*/ 1194954 h 1444336"/>
              <a:gd name="connsiteX45" fmla="*/ 4031673 w 4862945"/>
              <a:gd name="connsiteY45" fmla="*/ 1257300 h 1444336"/>
              <a:gd name="connsiteX46" fmla="*/ 3823854 w 4862945"/>
              <a:gd name="connsiteY46" fmla="*/ 1330036 h 1444336"/>
              <a:gd name="connsiteX47" fmla="*/ 3719945 w 4862945"/>
              <a:gd name="connsiteY47" fmla="*/ 1350818 h 1444336"/>
              <a:gd name="connsiteX48" fmla="*/ 3584863 w 4862945"/>
              <a:gd name="connsiteY48" fmla="*/ 1381990 h 1444336"/>
              <a:gd name="connsiteX49" fmla="*/ 3314700 w 4862945"/>
              <a:gd name="connsiteY49" fmla="*/ 1413163 h 1444336"/>
              <a:gd name="connsiteX50" fmla="*/ 2888673 w 4862945"/>
              <a:gd name="connsiteY50" fmla="*/ 1444336 h 1444336"/>
              <a:gd name="connsiteX51" fmla="*/ 1963882 w 4862945"/>
              <a:gd name="connsiteY51" fmla="*/ 1433945 h 1444336"/>
              <a:gd name="connsiteX52" fmla="*/ 1839191 w 4862945"/>
              <a:gd name="connsiteY52" fmla="*/ 1423554 h 1444336"/>
              <a:gd name="connsiteX53" fmla="*/ 1600200 w 4862945"/>
              <a:gd name="connsiteY53" fmla="*/ 1381990 h 1444336"/>
              <a:gd name="connsiteX54" fmla="*/ 1517073 w 4862945"/>
              <a:gd name="connsiteY54" fmla="*/ 1361209 h 1444336"/>
              <a:gd name="connsiteX55" fmla="*/ 1444336 w 4862945"/>
              <a:gd name="connsiteY55" fmla="*/ 1340427 h 1444336"/>
              <a:gd name="connsiteX56" fmla="*/ 1350818 w 4862945"/>
              <a:gd name="connsiteY56" fmla="*/ 1319645 h 1444336"/>
              <a:gd name="connsiteX57" fmla="*/ 1205345 w 4862945"/>
              <a:gd name="connsiteY57" fmla="*/ 1278081 h 1444336"/>
              <a:gd name="connsiteX58" fmla="*/ 1143000 w 4862945"/>
              <a:gd name="connsiteY58" fmla="*/ 1257300 h 1444336"/>
              <a:gd name="connsiteX59" fmla="*/ 1091045 w 4862945"/>
              <a:gd name="connsiteY59" fmla="*/ 1246909 h 1444336"/>
              <a:gd name="connsiteX60" fmla="*/ 1049482 w 4862945"/>
              <a:gd name="connsiteY60" fmla="*/ 1236518 h 1444336"/>
              <a:gd name="connsiteX61" fmla="*/ 1018309 w 4862945"/>
              <a:gd name="connsiteY61" fmla="*/ 1215736 h 1444336"/>
              <a:gd name="connsiteX62" fmla="*/ 945573 w 4862945"/>
              <a:gd name="connsiteY62" fmla="*/ 1194954 h 1444336"/>
              <a:gd name="connsiteX63" fmla="*/ 904009 w 4862945"/>
              <a:gd name="connsiteY63" fmla="*/ 1174172 h 1444336"/>
              <a:gd name="connsiteX64" fmla="*/ 862445 w 4862945"/>
              <a:gd name="connsiteY64" fmla="*/ 1163781 h 1444336"/>
              <a:gd name="connsiteX65" fmla="*/ 820882 w 4862945"/>
              <a:gd name="connsiteY65" fmla="*/ 1143000 h 1444336"/>
              <a:gd name="connsiteX66" fmla="*/ 789709 w 4862945"/>
              <a:gd name="connsiteY66" fmla="*/ 1122218 h 1444336"/>
              <a:gd name="connsiteX67" fmla="*/ 748145 w 4862945"/>
              <a:gd name="connsiteY67" fmla="*/ 1111827 h 1444336"/>
              <a:gd name="connsiteX68" fmla="*/ 706582 w 4862945"/>
              <a:gd name="connsiteY68" fmla="*/ 1091045 h 1444336"/>
              <a:gd name="connsiteX69" fmla="*/ 602673 w 4862945"/>
              <a:gd name="connsiteY69" fmla="*/ 1018309 h 1444336"/>
              <a:gd name="connsiteX70" fmla="*/ 571500 w 4862945"/>
              <a:gd name="connsiteY70" fmla="*/ 997527 h 1444336"/>
              <a:gd name="connsiteX71" fmla="*/ 477982 w 4862945"/>
              <a:gd name="connsiteY71" fmla="*/ 924790 h 1444336"/>
              <a:gd name="connsiteX72" fmla="*/ 374073 w 4862945"/>
              <a:gd name="connsiteY72" fmla="*/ 841663 h 1444336"/>
              <a:gd name="connsiteX73" fmla="*/ 342900 w 4862945"/>
              <a:gd name="connsiteY73" fmla="*/ 810490 h 1444336"/>
              <a:gd name="connsiteX74" fmla="*/ 311727 w 4862945"/>
              <a:gd name="connsiteY74" fmla="*/ 789709 h 1444336"/>
              <a:gd name="connsiteX75" fmla="*/ 270163 w 4862945"/>
              <a:gd name="connsiteY75" fmla="*/ 737754 h 1444336"/>
              <a:gd name="connsiteX76" fmla="*/ 238991 w 4862945"/>
              <a:gd name="connsiteY76" fmla="*/ 716972 h 1444336"/>
              <a:gd name="connsiteX77" fmla="*/ 197427 w 4862945"/>
              <a:gd name="connsiteY77" fmla="*/ 675409 h 1444336"/>
              <a:gd name="connsiteX78" fmla="*/ 155863 w 4862945"/>
              <a:gd name="connsiteY78" fmla="*/ 623454 h 1444336"/>
              <a:gd name="connsiteX79" fmla="*/ 62345 w 4862945"/>
              <a:gd name="connsiteY79" fmla="*/ 519545 h 1444336"/>
              <a:gd name="connsiteX80" fmla="*/ 41563 w 4862945"/>
              <a:gd name="connsiteY80" fmla="*/ 467590 h 1444336"/>
              <a:gd name="connsiteX81" fmla="*/ 20782 w 4862945"/>
              <a:gd name="connsiteY81" fmla="*/ 426027 h 1444336"/>
              <a:gd name="connsiteX82" fmla="*/ 0 w 4862945"/>
              <a:gd name="connsiteY82" fmla="*/ 363681 h 1444336"/>
              <a:gd name="connsiteX83" fmla="*/ 10391 w 4862945"/>
              <a:gd name="connsiteY83" fmla="*/ 280554 h 1444336"/>
              <a:gd name="connsiteX84" fmla="*/ 62345 w 4862945"/>
              <a:gd name="connsiteY84" fmla="*/ 238990 h 1444336"/>
              <a:gd name="connsiteX85" fmla="*/ 238991 w 4862945"/>
              <a:gd name="connsiteY85" fmla="*/ 228600 h 144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4862945" h="1444336">
                <a:moveTo>
                  <a:pt x="238991" y="228600"/>
                </a:moveTo>
                <a:lnTo>
                  <a:pt x="1039091" y="218209"/>
                </a:lnTo>
                <a:cubicBezTo>
                  <a:pt x="1132826" y="215505"/>
                  <a:pt x="1226121" y="204270"/>
                  <a:pt x="1319645" y="197427"/>
                </a:cubicBezTo>
                <a:cubicBezTo>
                  <a:pt x="1368130" y="193879"/>
                  <a:pt x="1416722" y="191645"/>
                  <a:pt x="1465118" y="187036"/>
                </a:cubicBezTo>
                <a:cubicBezTo>
                  <a:pt x="1537854" y="180109"/>
                  <a:pt x="1610423" y="171114"/>
                  <a:pt x="1683327" y="166254"/>
                </a:cubicBezTo>
                <a:lnTo>
                  <a:pt x="2213263" y="135081"/>
                </a:lnTo>
                <a:lnTo>
                  <a:pt x="2379518" y="114300"/>
                </a:lnTo>
                <a:cubicBezTo>
                  <a:pt x="2407227" y="110836"/>
                  <a:pt x="2434782" y="105767"/>
                  <a:pt x="2462645" y="103909"/>
                </a:cubicBezTo>
                <a:lnTo>
                  <a:pt x="2618509" y="93518"/>
                </a:lnTo>
                <a:cubicBezTo>
                  <a:pt x="2642754" y="90054"/>
                  <a:pt x="2667381" y="88634"/>
                  <a:pt x="2691245" y="83127"/>
                </a:cubicBezTo>
                <a:cubicBezTo>
                  <a:pt x="2712590" y="78201"/>
                  <a:pt x="2731983" y="65946"/>
                  <a:pt x="2753591" y="62345"/>
                </a:cubicBezTo>
                <a:cubicBezTo>
                  <a:pt x="2794731" y="55488"/>
                  <a:pt x="2836718" y="55418"/>
                  <a:pt x="2878282" y="51954"/>
                </a:cubicBezTo>
                <a:cubicBezTo>
                  <a:pt x="2965955" y="34419"/>
                  <a:pt x="2903869" y="45276"/>
                  <a:pt x="3023754" y="31172"/>
                </a:cubicBezTo>
                <a:lnTo>
                  <a:pt x="3106882" y="20781"/>
                </a:lnTo>
                <a:cubicBezTo>
                  <a:pt x="3187575" y="11288"/>
                  <a:pt x="3221820" y="8248"/>
                  <a:pt x="3304309" y="0"/>
                </a:cubicBezTo>
                <a:lnTo>
                  <a:pt x="3803073" y="10390"/>
                </a:lnTo>
                <a:cubicBezTo>
                  <a:pt x="3892237" y="13412"/>
                  <a:pt x="3953540" y="26809"/>
                  <a:pt x="4042063" y="41563"/>
                </a:cubicBezTo>
                <a:cubicBezTo>
                  <a:pt x="4062845" y="45027"/>
                  <a:pt x="4083469" y="49627"/>
                  <a:pt x="4104409" y="51954"/>
                </a:cubicBezTo>
                <a:lnTo>
                  <a:pt x="4197927" y="62345"/>
                </a:lnTo>
                <a:cubicBezTo>
                  <a:pt x="4208318" y="65809"/>
                  <a:pt x="4218568" y="69727"/>
                  <a:pt x="4229100" y="72736"/>
                </a:cubicBezTo>
                <a:cubicBezTo>
                  <a:pt x="4320432" y="98831"/>
                  <a:pt x="4227093" y="68604"/>
                  <a:pt x="4301836" y="93518"/>
                </a:cubicBezTo>
                <a:cubicBezTo>
                  <a:pt x="4305300" y="103909"/>
                  <a:pt x="4305503" y="116044"/>
                  <a:pt x="4312227" y="124690"/>
                </a:cubicBezTo>
                <a:cubicBezTo>
                  <a:pt x="4334492" y="153316"/>
                  <a:pt x="4370902" y="188813"/>
                  <a:pt x="4405745" y="207818"/>
                </a:cubicBezTo>
                <a:cubicBezTo>
                  <a:pt x="4432942" y="222653"/>
                  <a:pt x="4459483" y="239584"/>
                  <a:pt x="4488873" y="249381"/>
                </a:cubicBezTo>
                <a:cubicBezTo>
                  <a:pt x="4499264" y="252845"/>
                  <a:pt x="4510249" y="254874"/>
                  <a:pt x="4520045" y="259772"/>
                </a:cubicBezTo>
                <a:cubicBezTo>
                  <a:pt x="4531215" y="265357"/>
                  <a:pt x="4540048" y="274969"/>
                  <a:pt x="4551218" y="280554"/>
                </a:cubicBezTo>
                <a:cubicBezTo>
                  <a:pt x="4561015" y="285452"/>
                  <a:pt x="4571824" y="288063"/>
                  <a:pt x="4582391" y="290945"/>
                </a:cubicBezTo>
                <a:cubicBezTo>
                  <a:pt x="4651322" y="309745"/>
                  <a:pt x="4656884" y="310000"/>
                  <a:pt x="4717473" y="322118"/>
                </a:cubicBezTo>
                <a:cubicBezTo>
                  <a:pt x="4731327" y="329045"/>
                  <a:pt x="4744799" y="336798"/>
                  <a:pt x="4759036" y="342900"/>
                </a:cubicBezTo>
                <a:cubicBezTo>
                  <a:pt x="4769103" y="347215"/>
                  <a:pt x="4780412" y="348392"/>
                  <a:pt x="4790209" y="353290"/>
                </a:cubicBezTo>
                <a:cubicBezTo>
                  <a:pt x="4801379" y="358875"/>
                  <a:pt x="4810991" y="367145"/>
                  <a:pt x="4821382" y="374072"/>
                </a:cubicBezTo>
                <a:cubicBezTo>
                  <a:pt x="4828309" y="384463"/>
                  <a:pt x="4836578" y="394075"/>
                  <a:pt x="4842163" y="405245"/>
                </a:cubicBezTo>
                <a:cubicBezTo>
                  <a:pt x="4849616" y="420152"/>
                  <a:pt x="4859616" y="464663"/>
                  <a:pt x="4862945" y="477981"/>
                </a:cubicBezTo>
                <a:cubicBezTo>
                  <a:pt x="4859481" y="519545"/>
                  <a:pt x="4860733" y="561774"/>
                  <a:pt x="4852554" y="602672"/>
                </a:cubicBezTo>
                <a:cubicBezTo>
                  <a:pt x="4850105" y="614918"/>
                  <a:pt x="4838392" y="623255"/>
                  <a:pt x="4831773" y="633845"/>
                </a:cubicBezTo>
                <a:cubicBezTo>
                  <a:pt x="4821069" y="650972"/>
                  <a:pt x="4810408" y="668145"/>
                  <a:pt x="4800600" y="685800"/>
                </a:cubicBezTo>
                <a:cubicBezTo>
                  <a:pt x="4793077" y="699340"/>
                  <a:pt x="4787503" y="713914"/>
                  <a:pt x="4779818" y="727363"/>
                </a:cubicBezTo>
                <a:cubicBezTo>
                  <a:pt x="4760038" y="761978"/>
                  <a:pt x="4694264" y="841700"/>
                  <a:pt x="4686300" y="852054"/>
                </a:cubicBezTo>
                <a:cubicBezTo>
                  <a:pt x="4602791" y="960615"/>
                  <a:pt x="4718631" y="819723"/>
                  <a:pt x="4603173" y="935181"/>
                </a:cubicBezTo>
                <a:cubicBezTo>
                  <a:pt x="4594342" y="944012"/>
                  <a:pt x="4591789" y="958130"/>
                  <a:pt x="4582391" y="966354"/>
                </a:cubicBezTo>
                <a:cubicBezTo>
                  <a:pt x="4563594" y="982801"/>
                  <a:pt x="4540027" y="992932"/>
                  <a:pt x="4520045" y="1007918"/>
                </a:cubicBezTo>
                <a:cubicBezTo>
                  <a:pt x="4378173" y="1114321"/>
                  <a:pt x="4488627" y="1039226"/>
                  <a:pt x="4395354" y="1091045"/>
                </a:cubicBezTo>
                <a:cubicBezTo>
                  <a:pt x="4377699" y="1100853"/>
                  <a:pt x="4361464" y="1113186"/>
                  <a:pt x="4343400" y="1122218"/>
                </a:cubicBezTo>
                <a:cubicBezTo>
                  <a:pt x="4319806" y="1134015"/>
                  <a:pt x="4294257" y="1141593"/>
                  <a:pt x="4270663" y="1153390"/>
                </a:cubicBezTo>
                <a:cubicBezTo>
                  <a:pt x="4245686" y="1165878"/>
                  <a:pt x="4223536" y="1183820"/>
                  <a:pt x="4197927" y="1194954"/>
                </a:cubicBezTo>
                <a:cubicBezTo>
                  <a:pt x="4143649" y="1218553"/>
                  <a:pt x="4086915" y="1236053"/>
                  <a:pt x="4031673" y="1257300"/>
                </a:cubicBezTo>
                <a:cubicBezTo>
                  <a:pt x="3931992" y="1295639"/>
                  <a:pt x="3926849" y="1304287"/>
                  <a:pt x="3823854" y="1330036"/>
                </a:cubicBezTo>
                <a:cubicBezTo>
                  <a:pt x="3789586" y="1338603"/>
                  <a:pt x="3754461" y="1343315"/>
                  <a:pt x="3719945" y="1350818"/>
                </a:cubicBezTo>
                <a:cubicBezTo>
                  <a:pt x="3674789" y="1360634"/>
                  <a:pt x="3630176" y="1372927"/>
                  <a:pt x="3584863" y="1381990"/>
                </a:cubicBezTo>
                <a:cubicBezTo>
                  <a:pt x="3411679" y="1416626"/>
                  <a:pt x="3502826" y="1393006"/>
                  <a:pt x="3314700" y="1413163"/>
                </a:cubicBezTo>
                <a:cubicBezTo>
                  <a:pt x="2955282" y="1451672"/>
                  <a:pt x="3449927" y="1423549"/>
                  <a:pt x="2888673" y="1444336"/>
                </a:cubicBezTo>
                <a:lnTo>
                  <a:pt x="1963882" y="1433945"/>
                </a:lnTo>
                <a:cubicBezTo>
                  <a:pt x="1922182" y="1433119"/>
                  <a:pt x="1880480" y="1429452"/>
                  <a:pt x="1839191" y="1423554"/>
                </a:cubicBezTo>
                <a:cubicBezTo>
                  <a:pt x="1759144" y="1412119"/>
                  <a:pt x="1678645" y="1401601"/>
                  <a:pt x="1600200" y="1381990"/>
                </a:cubicBezTo>
                <a:lnTo>
                  <a:pt x="1517073" y="1361209"/>
                </a:lnTo>
                <a:cubicBezTo>
                  <a:pt x="1492709" y="1354712"/>
                  <a:pt x="1468799" y="1346543"/>
                  <a:pt x="1444336" y="1340427"/>
                </a:cubicBezTo>
                <a:cubicBezTo>
                  <a:pt x="1413356" y="1332682"/>
                  <a:pt x="1381717" y="1327706"/>
                  <a:pt x="1350818" y="1319645"/>
                </a:cubicBezTo>
                <a:cubicBezTo>
                  <a:pt x="1302020" y="1306915"/>
                  <a:pt x="1253189" y="1294028"/>
                  <a:pt x="1205345" y="1278081"/>
                </a:cubicBezTo>
                <a:cubicBezTo>
                  <a:pt x="1184563" y="1271154"/>
                  <a:pt x="1164134" y="1263064"/>
                  <a:pt x="1143000" y="1257300"/>
                </a:cubicBezTo>
                <a:cubicBezTo>
                  <a:pt x="1125961" y="1252653"/>
                  <a:pt x="1108286" y="1250740"/>
                  <a:pt x="1091045" y="1246909"/>
                </a:cubicBezTo>
                <a:cubicBezTo>
                  <a:pt x="1077104" y="1243811"/>
                  <a:pt x="1063336" y="1239982"/>
                  <a:pt x="1049482" y="1236518"/>
                </a:cubicBezTo>
                <a:cubicBezTo>
                  <a:pt x="1039091" y="1229591"/>
                  <a:pt x="1029479" y="1221321"/>
                  <a:pt x="1018309" y="1215736"/>
                </a:cubicBezTo>
                <a:cubicBezTo>
                  <a:pt x="993189" y="1203176"/>
                  <a:pt x="972206" y="1204942"/>
                  <a:pt x="945573" y="1194954"/>
                </a:cubicBezTo>
                <a:cubicBezTo>
                  <a:pt x="931069" y="1189515"/>
                  <a:pt x="918513" y="1179611"/>
                  <a:pt x="904009" y="1174172"/>
                </a:cubicBezTo>
                <a:cubicBezTo>
                  <a:pt x="890637" y="1169158"/>
                  <a:pt x="875817" y="1168795"/>
                  <a:pt x="862445" y="1163781"/>
                </a:cubicBezTo>
                <a:cubicBezTo>
                  <a:pt x="847942" y="1158342"/>
                  <a:pt x="834331" y="1150685"/>
                  <a:pt x="820882" y="1143000"/>
                </a:cubicBezTo>
                <a:cubicBezTo>
                  <a:pt x="810039" y="1136804"/>
                  <a:pt x="801188" y="1127137"/>
                  <a:pt x="789709" y="1122218"/>
                </a:cubicBezTo>
                <a:cubicBezTo>
                  <a:pt x="776583" y="1116592"/>
                  <a:pt x="762000" y="1115291"/>
                  <a:pt x="748145" y="1111827"/>
                </a:cubicBezTo>
                <a:cubicBezTo>
                  <a:pt x="734291" y="1104900"/>
                  <a:pt x="719864" y="1099014"/>
                  <a:pt x="706582" y="1091045"/>
                </a:cubicBezTo>
                <a:cubicBezTo>
                  <a:pt x="646861" y="1055212"/>
                  <a:pt x="652406" y="1053833"/>
                  <a:pt x="602673" y="1018309"/>
                </a:cubicBezTo>
                <a:cubicBezTo>
                  <a:pt x="592511" y="1011050"/>
                  <a:pt x="581491" y="1005020"/>
                  <a:pt x="571500" y="997527"/>
                </a:cubicBezTo>
                <a:cubicBezTo>
                  <a:pt x="539907" y="973832"/>
                  <a:pt x="509035" y="949189"/>
                  <a:pt x="477982" y="924790"/>
                </a:cubicBezTo>
                <a:cubicBezTo>
                  <a:pt x="477970" y="924780"/>
                  <a:pt x="374084" y="841674"/>
                  <a:pt x="374073" y="841663"/>
                </a:cubicBezTo>
                <a:cubicBezTo>
                  <a:pt x="363682" y="831272"/>
                  <a:pt x="354189" y="819897"/>
                  <a:pt x="342900" y="810490"/>
                </a:cubicBezTo>
                <a:cubicBezTo>
                  <a:pt x="333306" y="802495"/>
                  <a:pt x="320558" y="798539"/>
                  <a:pt x="311727" y="789709"/>
                </a:cubicBezTo>
                <a:cubicBezTo>
                  <a:pt x="296044" y="774027"/>
                  <a:pt x="285845" y="753437"/>
                  <a:pt x="270163" y="737754"/>
                </a:cubicBezTo>
                <a:cubicBezTo>
                  <a:pt x="261333" y="728923"/>
                  <a:pt x="248473" y="725099"/>
                  <a:pt x="238991" y="716972"/>
                </a:cubicBezTo>
                <a:cubicBezTo>
                  <a:pt x="224115" y="704221"/>
                  <a:pt x="210444" y="690053"/>
                  <a:pt x="197427" y="675409"/>
                </a:cubicBezTo>
                <a:cubicBezTo>
                  <a:pt x="182692" y="658833"/>
                  <a:pt x="171545" y="639137"/>
                  <a:pt x="155863" y="623454"/>
                </a:cubicBezTo>
                <a:cubicBezTo>
                  <a:pt x="102126" y="569716"/>
                  <a:pt x="114838" y="650777"/>
                  <a:pt x="62345" y="519545"/>
                </a:cubicBezTo>
                <a:cubicBezTo>
                  <a:pt x="55418" y="502227"/>
                  <a:pt x="49138" y="484635"/>
                  <a:pt x="41563" y="467590"/>
                </a:cubicBezTo>
                <a:cubicBezTo>
                  <a:pt x="35272" y="453435"/>
                  <a:pt x="26535" y="440409"/>
                  <a:pt x="20782" y="426027"/>
                </a:cubicBezTo>
                <a:cubicBezTo>
                  <a:pt x="12646" y="405688"/>
                  <a:pt x="0" y="363681"/>
                  <a:pt x="0" y="363681"/>
                </a:cubicBezTo>
                <a:cubicBezTo>
                  <a:pt x="3464" y="335972"/>
                  <a:pt x="3043" y="307495"/>
                  <a:pt x="10391" y="280554"/>
                </a:cubicBezTo>
                <a:cubicBezTo>
                  <a:pt x="18417" y="251124"/>
                  <a:pt x="35841" y="243809"/>
                  <a:pt x="62345" y="238990"/>
                </a:cubicBezTo>
                <a:cubicBezTo>
                  <a:pt x="140757" y="224734"/>
                  <a:pt x="76200" y="232063"/>
                  <a:pt x="238991" y="22860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637A3A-8C29-7D83-3E7B-54B00198B1A3}"/>
              </a:ext>
            </a:extLst>
          </p:cNvPr>
          <p:cNvCxnSpPr>
            <a:stCxn id="9" idx="50"/>
          </p:cNvCxnSpPr>
          <p:nvPr/>
        </p:nvCxnSpPr>
        <p:spPr>
          <a:xfrm>
            <a:off x="3138055" y="4260273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6D9D5F5-B5DC-A958-C7B8-0DAD38FAE96F}"/>
              </a:ext>
            </a:extLst>
          </p:cNvPr>
          <p:cNvSpPr txBox="1"/>
          <p:nvPr/>
        </p:nvSpPr>
        <p:spPr>
          <a:xfrm>
            <a:off x="2047009" y="5167689"/>
            <a:ext cx="3408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 of best fit to the size distribution. </a:t>
            </a:r>
          </a:p>
        </p:txBody>
      </p:sp>
    </p:spTree>
    <p:extLst>
      <p:ext uri="{BB962C8B-B14F-4D97-AF65-F5344CB8AC3E}">
        <p14:creationId xmlns:p14="http://schemas.microsoft.com/office/powerpoint/2010/main" val="199996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90BF-35CF-4D5E-8F67-DA0C1764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</a:t>
            </a:r>
            <a:r>
              <a:rPr lang="en-US" dirty="0" err="1"/>
              <a:t>Streamlight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F5AF-4069-DC42-7D8F-1B881F5DE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16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Link to </a:t>
            </a:r>
            <a:r>
              <a:rPr lang="en-US" dirty="0" err="1"/>
              <a:t>Github</a:t>
            </a:r>
            <a:r>
              <a:rPr lang="en-US" dirty="0"/>
              <a:t>: https://</a:t>
            </a:r>
            <a:r>
              <a:rPr lang="en-US" dirty="0" err="1"/>
              <a:t>github.com</a:t>
            </a:r>
            <a:r>
              <a:rPr lang="en-US" dirty="0"/>
              <a:t>/Adalyn-Gibson/</a:t>
            </a:r>
            <a:r>
              <a:rPr lang="en-US" dirty="0" err="1"/>
              <a:t>MidtermProject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Link to </a:t>
            </a:r>
            <a:r>
              <a:rPr lang="en-US" dirty="0" err="1"/>
              <a:t>Streamlight</a:t>
            </a:r>
            <a:r>
              <a:rPr lang="en-US" dirty="0"/>
              <a:t> deployment (if notebook is run in appropriate environment): </a:t>
            </a:r>
            <a:r>
              <a:rPr lang="en-US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http://localhost:8502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Screen Recording 2026-10-22 at 8.15.00 AM">
            <a:hlinkClick r:id="" action="ppaction://media"/>
            <a:extLst>
              <a:ext uri="{FF2B5EF4-FFF2-40B4-BE49-F238E27FC236}">
                <a16:creationId xmlns:a16="http://schemas.microsoft.com/office/drawing/2014/main" id="{50462A0B-0247-B15C-062E-E2A2D1CCAA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48583" y="3138054"/>
            <a:ext cx="5504026" cy="357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2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4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F736-2C87-F17E-F436-6008CC20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known large exocometary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209B3-B976-5986-BFB5-1D523BB7C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dataset is limited, with only two systems, a comprehensive comparison between solar system populations and exocomet systems is limited.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8" name="Picture 4" descr="Small bodies of the Solar System | Nature">
            <a:extLst>
              <a:ext uri="{FF2B5EF4-FFF2-40B4-BE49-F238E27FC236}">
                <a16:creationId xmlns:a16="http://schemas.microsoft.com/office/drawing/2014/main" id="{2BF1BC8C-423D-8A1C-2DCF-C0C468E79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100" y="3429000"/>
            <a:ext cx="576580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86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4C85-9F57-40BA-844C-B14327A5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D11E9-F357-E0DB-C67E-91ED575A8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576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Color blindness inclusion using known color blind palettes and tools like Sim </a:t>
            </a:r>
            <a:r>
              <a:rPr lang="en-US" dirty="0" err="1"/>
              <a:t>Daltonism</a:t>
            </a:r>
            <a:r>
              <a:rPr lang="en-US" dirty="0"/>
              <a:t> to ensure accessibility.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83F7EEC-1E0B-0AC1-B075-A05416AD3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040" y="1485106"/>
            <a:ext cx="5462057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7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177</Words>
  <Application>Microsoft Macintosh PowerPoint</Application>
  <PresentationFormat>Widescreen</PresentationFormat>
  <Paragraphs>18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Menlo</vt:lpstr>
      <vt:lpstr>Office Theme</vt:lpstr>
      <vt:lpstr>Exocomet Exploration</vt:lpstr>
      <vt:lpstr>Audience and goal</vt:lpstr>
      <vt:lpstr>Data Acquisition</vt:lpstr>
      <vt:lpstr>The dataset I created</vt:lpstr>
      <vt:lpstr>Live Streamlight demo</vt:lpstr>
      <vt:lpstr>There are two known large exocometary systems</vt:lpstr>
      <vt:lpstr>Accessibility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Gibson, Adalyn</dc:creator>
  <cp:lastModifiedBy>Gibson, Adalyn</cp:lastModifiedBy>
  <cp:revision>4</cp:revision>
  <dcterms:created xsi:type="dcterms:W3CDTF">2026-10-14T19:10:40Z</dcterms:created>
  <dcterms:modified xsi:type="dcterms:W3CDTF">2026-10-22T14:18:54Z</dcterms:modified>
</cp:coreProperties>
</file>